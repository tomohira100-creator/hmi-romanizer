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Sm"/>
  </p:sldMasterIdLst>
  <p:sldIdLst>
    <p:sldId id="256" r:id="rIdSlide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Sm" Type="http://schemas.openxmlformats.org/officeDocument/2006/relationships/slideMaster" Target="slideMasters/slideMaster1.xml"/><Relationship Id="rIdSlide" Type="http://schemas.openxmlformats.org/officeDocument/2006/relationships/slide" Target="slides/slide1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ser>
          <c:tx>
            <c:strRef>
              <c:f>Sheet1!$A$1</c:f>
              <c:strCache>
                <c:ptCount val="1"/>
                <c:pt idx="0">
                  <c:v>売上</c:v>
                </c:pt>
              </c:strCache>
            </c:strRef>
          </c:tx>
        </c:ser>
      </c:barChart>
    </c:plotArea>
  </c:chart>
</c:chartSpace>
</file>

<file path=ppt/notesSlides/_rels/notesSlide1.xml.rels><?xml version="1.0" encoding="UTF-8" standalone="yes"?>
<Relationships xmlns="http://schemas.openxmlformats.org/package/2006/relationships"><Relationship Id="rIdS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p>
            <a:r>
              <a:rPr lang="ja-JP"/>
              <a:t>私は学生です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<Relationship Id="rIdL" Type="http://schemas.openxmlformats.org/officeDocument/2006/relationships/slideLayout" Target="../slideLayouts/slideLayout1.xml"/><Relationship Id="rIdN" Type="http://schemas.openxmlformats.org/officeDocument/2006/relationships/notesSlide" Target="../notesSlides/notesSlide1.xml"/><Relationship Id="rIdC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ja-JP">
                <a:latin typeface="游ゴシック"/>
              </a:rPr>
              <a:t>株式</a:t>
            </a:r>
            <a:r>
              <a:rPr lang="en-US">
                <a:latin typeface="游ゴシック"/>
              </a:rPr>
              <a:t>会社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p>
            <a:r>
              <a:rPr lang="ja-JP"/>
              <a:t>東京</a:t>
            </a:r>
            <a:br/>
            <a:r>
              <a:rPr lang="ja-JP"/>
              <a:t>大阪</a:t>
            </a:r>
            <a:fld id="10" type="slidenum">
              <a:rPr lang="ja-JP"/>
              <a:t>1</a:t>
            </a:fld>
          </a:p>
        </p:txBody>
      </p:sp>
      <p:graphicFrame>
        <p:nvGraphicFramePr>
          <p:cNvPr id="4" name="Table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table">
            <a:tbl>
              <a:tblPr/>
              <a:tblGrid>
                <a:gridCol w="100"/>
              </a:tblGrid>
              <a:tr h="100">
                <a:tc>
                  <a:txBody>
                    <a:bodyPr/>
                    <a:p>
                      <a:r>
                        <a:rPr lang="ja-JP"/>
                        <a:t>合計</a:t>
                      </a:r>
                    </a:p>
                  </a:txBody>
                </a:tc>
              </a:tr>
            </a:tbl>
          </a:graphicData>
        </a:graphic>
      </p:graphicFrame>
      <p:grpSp>
        <p:nvGrpSpPr>
          <p:cNvPr id="5" name="Group"/>
          <p:cNvGrpSpPr/>
          <p:nvPr/>
        </p:nvGrpSpPr>
        <p:grpSpPr/>
        <p:sp>
          <p:nvSpPr>
            <p:cNvPr id="6" name="InGroup"/>
            <p:cNvSpPr/>
            <p:nvPr/>
          </p:nvSpPr>
          <p:spPr/>
          <p:txBody>
            <a:bodyPr/>
            <a:p>
              <a:r>
                <a:rPr lang="ja-JP"/>
                <a:t>大阪</a:t>
              </a:r>
            </a:p>
          </p:txBody>
        </p:sp>
      </p:grpSp>
    </p:spTree>
  </p:cSld>
  <p:clrMapOvr>
    <a:override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000000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">
      <a:fillStyleLst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